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</p:sldIdLst>
  <p:sldSz cx="7556500" cy="4927600"/>
  <p:notesSz cx="6858000" cy="9144000"/>
  <p:embeddedFontLst>
    <p:embeddedFont>
      <p:font typeface="KCONQQ+Arimo-Regular" panose="02000500000000000000"/>
      <p:regular r:id="rId8"/>
    </p:embeddedFont>
    <p:embeddedFont>
      <p:font typeface="RVWTCS+Arimo-Regular" panose="02000500000000000000"/>
      <p:regular r:id="rId9"/>
    </p:embeddedFont>
    <p:embeddedFont>
      <p:font typeface="Calibri" panose="020F0502020204030204" charset="0"/>
      <p:regular r:id="rId10"/>
      <p:bold r:id="rId11"/>
      <p:italic r:id="rId12"/>
      <p:boldItalic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2.fntdata"/><Relationship Id="rId8" Type="http://schemas.openxmlformats.org/officeDocument/2006/relationships/font" Target="fonts/font1.fntdata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font" Target="fonts/font6.fntdata"/><Relationship Id="rId12" Type="http://schemas.openxmlformats.org/officeDocument/2006/relationships/font" Target="fonts/font5.fntdata"/><Relationship Id="rId11" Type="http://schemas.openxmlformats.org/officeDocument/2006/relationships/font" Target="fonts/font4.fntdata"/><Relationship Id="rId10" Type="http://schemas.openxmlformats.org/officeDocument/2006/relationships/font" Target="fonts/font3.fntdata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>
              <a:buNone/>
            </a:pPr>
            <a:r>
              <a:t>Text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sldNum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buNone/>
        <a:defRPr>
          <a:latin typeface="+mj-lt"/>
          <a:ea typeface="+mj-lt"/>
          <a:cs typeface="+mj-lt"/>
        </a:defRPr>
      </a:lvl1pPr>
    </p:titleStyle>
    <p:bodyStyle>
      <a:lvl1pPr marL="0">
        <a:buNone/>
        <a:defRPr>
          <a:latin typeface="+mn-lt"/>
          <a:ea typeface="+mn-lt"/>
          <a:cs typeface="+mn-lt"/>
        </a:defRPr>
      </a:lvl1pPr>
      <a:lvl2pPr marL="457200">
        <a:buNone/>
        <a:defRPr>
          <a:latin typeface="+mn-lt"/>
          <a:ea typeface="+mn-lt"/>
          <a:cs typeface="+mn-lt"/>
        </a:defRPr>
      </a:lvl2pPr>
      <a:lvl3pPr marL="914400">
        <a:buNone/>
        <a:defRPr>
          <a:latin typeface="+mn-lt"/>
          <a:ea typeface="+mn-lt"/>
          <a:cs typeface="+mn-lt"/>
        </a:defRPr>
      </a:lvl3pPr>
      <a:lvl4pPr marL="1371600">
        <a:buNone/>
        <a:defRPr>
          <a:latin typeface="+mn-lt"/>
          <a:ea typeface="+mn-lt"/>
          <a:cs typeface="+mn-lt"/>
        </a:defRPr>
      </a:lvl4pPr>
      <a:lvl5pPr marL="1828800">
        <a:buNone/>
        <a:defRPr>
          <a:latin typeface="+mn-lt"/>
          <a:ea typeface="+mn-lt"/>
          <a:cs typeface="+mn-lt"/>
        </a:defRPr>
      </a:lvl5pPr>
      <a:lvl6pPr marL="2286000">
        <a:buNone/>
        <a:defRPr>
          <a:latin typeface="+mn-lt"/>
          <a:ea typeface="+mn-lt"/>
          <a:cs typeface="+mn-lt"/>
        </a:defRPr>
      </a:lvl6pPr>
      <a:lvl7pPr marL="2743200">
        <a:buNone/>
        <a:defRPr>
          <a:latin typeface="+mn-lt"/>
          <a:ea typeface="+mn-lt"/>
          <a:cs typeface="+mn-lt"/>
        </a:defRPr>
      </a:lvl7pPr>
      <a:lvl8pPr marL="3200400">
        <a:buNone/>
        <a:defRPr>
          <a:latin typeface="+mn-lt"/>
          <a:ea typeface="+mn-lt"/>
          <a:cs typeface="+mn-lt"/>
        </a:defRPr>
      </a:lvl8pPr>
      <a:lvl9pPr marL="3657600">
        <a:buNone/>
        <a:defRPr>
          <a:latin typeface="+mn-lt"/>
          <a:ea typeface="+mn-lt"/>
          <a:cs typeface="+mn-lt"/>
        </a:defRPr>
      </a:lvl9pPr>
    </p:bodyStyle>
    <p:otherStyle>
      <a:lvl1pPr marL="0">
        <a:buNone/>
        <a:defRPr>
          <a:latin typeface="+mn-lt"/>
          <a:ea typeface="+mn-lt"/>
          <a:cs typeface="+mn-lt"/>
        </a:defRPr>
      </a:lvl1pPr>
      <a:lvl2pPr marL="457200">
        <a:buNone/>
        <a:defRPr>
          <a:latin typeface="+mn-lt"/>
          <a:ea typeface="+mn-lt"/>
          <a:cs typeface="+mn-lt"/>
        </a:defRPr>
      </a:lvl2pPr>
      <a:lvl3pPr marL="914400">
        <a:buNone/>
        <a:defRPr>
          <a:latin typeface="+mn-lt"/>
          <a:ea typeface="+mn-lt"/>
          <a:cs typeface="+mn-lt"/>
        </a:defRPr>
      </a:lvl3pPr>
      <a:lvl4pPr marL="1371600">
        <a:buNone/>
        <a:defRPr>
          <a:latin typeface="+mn-lt"/>
          <a:ea typeface="+mn-lt"/>
          <a:cs typeface="+mn-lt"/>
        </a:defRPr>
      </a:lvl4pPr>
      <a:lvl5pPr marL="1828800">
        <a:buNone/>
        <a:defRPr>
          <a:latin typeface="+mn-lt"/>
          <a:ea typeface="+mn-lt"/>
          <a:cs typeface="+mn-lt"/>
        </a:defRPr>
      </a:lvl5pPr>
      <a:lvl6pPr marL="2286000">
        <a:buNone/>
        <a:defRPr>
          <a:latin typeface="+mn-lt"/>
          <a:ea typeface="+mn-lt"/>
          <a:cs typeface="+mn-lt"/>
        </a:defRPr>
      </a:lvl6pPr>
      <a:lvl7pPr marL="2743200">
        <a:buNone/>
        <a:defRPr>
          <a:latin typeface="+mn-lt"/>
          <a:ea typeface="+mn-lt"/>
          <a:cs typeface="+mn-lt"/>
        </a:defRPr>
      </a:lvl7pPr>
      <a:lvl8pPr marL="3200400">
        <a:buNone/>
        <a:defRPr>
          <a:latin typeface="+mn-lt"/>
          <a:ea typeface="+mn-lt"/>
          <a:cs typeface="+mn-lt"/>
        </a:defRPr>
      </a:lvl8pPr>
      <a:lvl9pPr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6" name="图片 5" descr="ChatGPT Image 2026年8月27日 09_32_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4450" y="0"/>
            <a:ext cx="4927600" cy="4927600"/>
          </a:xfrm>
          <a:prstGeom prst="rect">
            <a:avLst/>
          </a:prstGeom>
        </p:spPr>
      </p:pic>
      <p:sp>
        <p:nvSpPr>
          <p:cNvPr id="3" name="object 3"/>
          <p:cNvSpPr>
            <a:spLocks noGrp="1"/>
          </p:cNvSpPr>
          <p:nvPr/>
        </p:nvSpPr>
        <p:spPr>
          <a:xfrm>
            <a:off x="3142297" y="410276"/>
            <a:ext cx="1424297" cy="347513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0" marR="0">
              <a:lnSpc>
                <a:spcPts val="24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Certificate</a:t>
            </a:r>
            <a:endParaRPr sz="2200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>
            <a:spLocks noGrp="1"/>
          </p:cNvSpPr>
          <p:nvPr/>
        </p:nvSpPr>
        <p:spPr>
          <a:xfrm>
            <a:off x="897890" y="1167765"/>
            <a:ext cx="6439535" cy="2109470"/>
          </a:xfrm>
          <a:prstGeom prst="rect">
            <a:avLst/>
          </a:prstGeom>
        </p:spPr>
        <p:txBody>
          <a:bodyPr vert="horz" wrap="square" lIns="0" tIns="0" rIns="0" bIns="0">
            <a:noAutofit/>
          </a:bodyPr>
          <a:lstStyle/>
          <a:p>
            <a:pPr marR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This</a:t>
            </a:r>
            <a:r>
              <a:rPr sz="1600" spc="444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is</a:t>
            </a:r>
            <a:r>
              <a:rPr sz="1600" spc="444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to</a:t>
            </a:r>
            <a:r>
              <a:rPr sz="1600" spc="444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certify</a:t>
            </a:r>
            <a:r>
              <a:rPr sz="1600" spc="444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that</a:t>
            </a:r>
            <a:r>
              <a:rPr sz="1600" spc="444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student</a:t>
            </a:r>
            <a:r>
              <a:rPr sz="1600" spc="444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{{name}},</a:t>
            </a:r>
            <a:r>
              <a:rPr sz="1600" spc="446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student</a:t>
            </a:r>
            <a:r>
              <a:rPr sz="1600" spc="444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ID:</a:t>
            </a:r>
            <a:r>
              <a:rPr sz="1600" spc="444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{{student_id}},</a:t>
            </a:r>
            <a:endParaRPr sz="1600">
              <a:solidFill>
                <a:srgbClr val="000000"/>
              </a:solidFill>
              <a:latin typeface="KCONQQ+Arimo-Regular" panose="02000500000000000000"/>
              <a:ea typeface="KCONQQ+Arimo-Regular" panose="02000500000000000000"/>
              <a:cs typeface="KCONQQ+Arimo-Regular" panose="02000500000000000000"/>
            </a:endParaRPr>
          </a:p>
          <a:p>
            <a:pPr marR="0" indent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male,</a:t>
            </a:r>
            <a:r>
              <a:rPr sz="1600" spc="446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date</a:t>
            </a:r>
            <a:r>
              <a:rPr sz="1600" spc="444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of</a:t>
            </a:r>
            <a:r>
              <a:rPr sz="1600" spc="446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birth(YYYY-MM-DD):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2005-02-25,</a:t>
            </a:r>
            <a:r>
              <a:rPr sz="1600" spc="446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is</a:t>
            </a:r>
            <a:r>
              <a:rPr sz="1600" spc="444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a</a:t>
            </a:r>
            <a:r>
              <a:rPr sz="1600" spc="444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registered</a:t>
            </a:r>
            <a:endParaRPr sz="1600">
              <a:solidFill>
                <a:srgbClr val="000000"/>
              </a:solidFill>
              <a:latin typeface="RVWTCS+Arimo-Regular" panose="02000500000000000000"/>
              <a:ea typeface="RVWTCS+Arimo-Regular" panose="02000500000000000000"/>
              <a:cs typeface="RVWTCS+Arimo-Regular" panose="02000500000000000000"/>
            </a:endParaRPr>
          </a:p>
          <a:p>
            <a:pPr marR="0" indent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student</a:t>
            </a:r>
            <a:r>
              <a:rPr sz="1600" spc="444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who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is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a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student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in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a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four-year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undergraduate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program</a:t>
            </a:r>
            <a:r>
              <a:rPr sz="1600" spc="444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in</a:t>
            </a:r>
            <a:endParaRPr sz="1600">
              <a:solidFill>
                <a:srgbClr val="000000"/>
              </a:solidFill>
              <a:latin typeface="RVWTCS+Arimo-Regular" panose="02000500000000000000"/>
              <a:ea typeface="RVWTCS+Arimo-Regular" panose="02000500000000000000"/>
              <a:cs typeface="RVWTCS+Arimo-Regular" panose="02000500000000000000"/>
            </a:endParaRPr>
          </a:p>
          <a:p>
            <a:pPr marR="0" indent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School</a:t>
            </a:r>
            <a:r>
              <a:rPr sz="1600" spc="444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of</a:t>
            </a:r>
            <a:r>
              <a:rPr sz="1600" spc="446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Mathematical</a:t>
            </a:r>
            <a:r>
              <a:rPr sz="1600" spc="444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Sciences,</a:t>
            </a:r>
            <a:r>
              <a:rPr sz="1600" spc="444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{{school_name}}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endParaRPr sz="1600">
              <a:solidFill>
                <a:srgbClr val="000000"/>
              </a:solidFill>
              <a:latin typeface="KCONQQ+Arimo-Regular" panose="02000500000000000000"/>
              <a:ea typeface="KCONQQ+Arimo-Regular" panose="02000500000000000000"/>
              <a:cs typeface="KCONQQ+Arimo-Regular" panose="02000500000000000000"/>
            </a:endParaRPr>
          </a:p>
          <a:p>
            <a:pPr marR="0" indent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with a specialty of Information and Computing Science in 2023.</a:t>
            </a:r>
            <a:endParaRPr sz="1600">
              <a:solidFill>
                <a:srgbClr val="000000"/>
              </a:solidFill>
              <a:latin typeface="KCONQQ+Arimo-Regular" panose="02000500000000000000"/>
              <a:ea typeface="KCONQQ+Arimo-Regular" panose="02000500000000000000"/>
              <a:cs typeface="KCONQQ+Arimo-Regular" panose="0200050000000000000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KCONQQ+Arimo-Regular" panose="02000500000000000000"/>
              <a:ea typeface="KCONQQ+Arimo-Regular" panose="02000500000000000000"/>
              <a:cs typeface="KCONQQ+Arimo-Regular" panose="0200050000000000000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KCONQQ+Arimo-Regular" panose="02000500000000000000"/>
              <a:ea typeface="KCONQQ+Arimo-Regular" panose="02000500000000000000"/>
              <a:cs typeface="KCONQQ+Arimo-Regular" panose="02000500000000000000"/>
            </a:endParaR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3585210" y="3338195"/>
            <a:ext cx="321754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        </a:t>
            </a:r>
            <a:r>
              <a:rPr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{{school_name}}</a:t>
            </a:r>
            <a:endParaRPr>
              <a:solidFill>
                <a:srgbClr val="000000"/>
              </a:solidFill>
              <a:latin typeface="KCONQQ+Arimo-Regular" panose="02000500000000000000"/>
              <a:ea typeface="KCONQQ+Arimo-Regular" panose="02000500000000000000"/>
              <a:cs typeface="KCONQQ+Arimo-Regular" panose="02000500000000000000"/>
            </a:endParaRPr>
          </a:p>
          <a:p>
            <a:r>
              <a:t>      2026   </a:t>
            </a:r>
            <a:r>
              <a:t>年</a:t>
            </a:r>
            <a:r>
              <a:t>   5  </a:t>
            </a:r>
            <a:r>
              <a:t>月</a:t>
            </a:r>
            <a:r>
              <a:t>  20  </a:t>
            </a:r>
            <a:r>
              <a:t>日</a:t>
            </a:r>
          </a:p>
        </p:txBody>
      </p:sp>
      <p:sp>
        <p:nvSpPr>
          <p:cNvPr id="2" name="object 6"/>
          <p:cNvSpPr>
            <a:spLocks noGrp="1"/>
          </p:cNvSpPr>
          <p:nvPr/>
        </p:nvSpPr>
        <p:spPr>
          <a:xfrm>
            <a:off x="939800" y="2674548"/>
            <a:ext cx="5822051" cy="22860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0" marR="0"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RVWTCS+Arimo-Regular" panose="02000500000000000000"/>
              <a:ea typeface="RVWTCS+Arimo-Regular" panose="02000500000000000000"/>
              <a:cs typeface="RVWTCS+Arimo-Regular" panose="0200050000000000000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</Words>
  <Application>WPS 演示</Application>
  <PresentationFormat>Converted Presentation</PresentationFormat>
  <Paragraphs>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Times New Roman</vt:lpstr>
      <vt:lpstr>KCONQQ+Arimo-Regular</vt:lpstr>
      <vt:lpstr>RVWTCS+Arimo-Regular</vt:lpstr>
      <vt:lpstr>Calibri</vt:lpstr>
      <vt:lpstr>微软雅黑</vt:lpstr>
      <vt:lpstr>Arial Unicode MS</vt:lpstr>
      <vt:lpstr>Theme Office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只剩玫瑰一片</cp:lastModifiedBy>
  <cp:revision>4</cp:revision>
  <dcterms:created xsi:type="dcterms:W3CDTF">2026-08-26T15:16:00Z</dcterms:created>
  <dcterms:modified xsi:type="dcterms:W3CDTF">2026-08-27T03:27:11Z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EFEBFB9C73284D97AC5CF61AC9A670C2_12</vt:lpwstr>
  </property>
  <property fmtid="{D5CDD505-2E9C-101B-9397-08002B2CF9AE}" pid="3" name="KSOProductBuildVer">
    <vt:lpwstr>2052-12.1.0.28043</vt:lpwstr>
  </property>
</Properties>
</file>